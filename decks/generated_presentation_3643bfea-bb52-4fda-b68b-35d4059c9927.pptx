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Healthcare: Transforming the Future of Medicine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Innovations, Challenges, and Ethical Considerations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is revolutionizing the healthcare industry.</a:t>
            </a:r>
          </a:p>
          <a:p>
            <a:pPr/>
            <a:r>
              <a:t>Enhancing diagnostics, treatment, and patient care.</a:t>
            </a:r>
          </a:p>
          <a:p>
            <a:pPr/>
            <a:r>
              <a:t>Leveraging machine learning, natural language processing, and computer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Applications of AI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Enhanced Diagnostics (e.g., radiology, pathology)</a:t>
            </a:r>
          </a:p>
          <a:p>
            <a:pPr/>
            <a:r>
              <a:t>Personalized Treatment Plans</a:t>
            </a:r>
          </a:p>
          <a:p>
            <a:pPr/>
            <a:r>
              <a:t>Drug Discovery and Development</a:t>
            </a:r>
          </a:p>
          <a:p>
            <a:pPr/>
            <a:r>
              <a:t>Predictive Analytics for Disease Outbreaks</a:t>
            </a:r>
          </a:p>
          <a:p>
            <a:pPr/>
            <a:r>
              <a:t>Robot-assisted Surgery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and Impact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Improved Accuracy and Efficiency</a:t>
            </a:r>
          </a:p>
          <a:p>
            <a:pPr/>
            <a:r>
              <a:t>Reduced Costs and Time</a:t>
            </a:r>
          </a:p>
          <a:p>
            <a:pPr/>
            <a:r>
              <a:t>Better Patient Outcomes</a:t>
            </a:r>
          </a:p>
          <a:p>
            <a:pPr/>
            <a:r>
              <a:t>Access to Healthcare in Remote Areas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Privacy and Security</a:t>
            </a:r>
          </a:p>
          <a:p>
            <a:pPr/>
            <a:r>
              <a:t>Bias in Algorithms</a:t>
            </a:r>
          </a:p>
          <a:p>
            <a:pPr/>
            <a:r>
              <a:t>Regulatory Hurdles</a:t>
            </a:r>
          </a:p>
          <a:p>
            <a:pPr/>
            <a:r>
              <a:t>Integration with Existing Systems</a:t>
            </a:r>
          </a:p>
          <a:p>
            <a:pPr/>
            <a:r>
              <a:t>Ethical implications of AI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