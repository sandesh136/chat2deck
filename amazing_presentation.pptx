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 A</c:v>
                </c:pt>
              </c:strCache>
            </c:strRef>
          </c:tx>
          <c:spPr>
            <a:solidFill>
              <a:srgbClr val="4F81BD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19.5</c:v>
                </c:pt>
                <c:pt idx="1">
                  <c:v>21.0</c:v>
                </c:pt>
                <c:pt idx="2">
                  <c:v>16.8</c:v>
                </c:pt>
                <c:pt idx="3">
                  <c:v>24.0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B</c:v>
                </c:pt>
              </c:strCache>
            </c:strRef>
          </c:tx>
          <c:spPr>
            <a:solidFill>
              <a:srgbClr val="C0504D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14.0</c:v>
                </c:pt>
                <c:pt idx="1">
                  <c:v>18.5</c:v>
                </c:pt>
                <c:pt idx="2">
                  <c:v>23.0</c:v>
                </c:pt>
                <c:pt idx="3">
                  <c:v>22.5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🚀 Amazing AI-Generated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using python-pptx ✨</a:t>
            </a:r>
          </a:p>
          <a:p>
            <a:r>
              <a:t>Empower your storytelling with data &amp;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💡 AI-powered slide generation</a:t>
            </a:r>
          </a:p>
          <a:p>
            <a:pPr>
              <a:defRPr sz="1800"/>
            </a:pPr>
            <a:r>
              <a:t>📊 Interactive charts with crisp visuals</a:t>
            </a:r>
          </a:p>
          <a:p>
            <a:pPr>
              <a:defRPr sz="1800"/>
            </a:pPr>
            <a:r>
              <a:t>🎨 Professional design with shapes &amp; colors</a:t>
            </a:r>
          </a:p>
          <a:p>
            <a:pPr>
              <a:defRPr sz="1800"/>
            </a:pPr>
            <a:r>
              <a:t>🔗 Supports live data and dynamic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Data Overview 📈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Cloud Callout 3"/>
          <p:cNvSpPr/>
          <p:nvPr/>
        </p:nvSpPr>
        <p:spPr>
          <a:xfrm>
            <a:off x="182880" y="914400"/>
            <a:ext cx="2743200" cy="914400"/>
          </a:xfrm>
          <a:prstGeom prst="cloudCallou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1400">
                <a:solidFill>
                  <a:srgbClr val="333333"/>
                </a:solidFill>
              </a:rPr>
              <a:t>Dynamic &amp; Engaging! 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2286000.0"/>
            <a:ext cx="914400" cy="0.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0" y="2286000.0"/>
            <a:ext cx="914400" cy="0.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Flow Diagram 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828800" cy="914400"/>
          </a:xfrm>
          <a:prstGeom prst="roundRect">
            <a:avLst/>
          </a:prstGeom>
          <a:solidFill>
            <a:srgbClr val="67A9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828800"/>
            <a:ext cx="1828800" cy="914400"/>
          </a:xfrm>
          <a:prstGeom prst="roundRect">
            <a:avLst/>
          </a:prstGeom>
          <a:solidFill>
            <a:srgbClr val="F7B5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000000"/>
                </a:solidFill>
              </a:defRPr>
            </a:pPr>
            <a:r>
              <a:t>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1828800" cy="914400"/>
          </a:xfrm>
          <a:prstGeom prst="roundRect">
            <a:avLst/>
          </a:prstGeom>
          <a:solidFill>
            <a:srgbClr val="4A90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